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ítulo (editable)"/>
          <p:cNvSpPr txBox="1"/>
          <p:nvPr/>
        </p:nvSpPr>
        <p:spPr>
          <a:xfrm>
            <a:off x="502920" y="2148840"/>
            <a:ext cx="603504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Título de la</a:t>
            </a:r>
          </a:p>
          <a:p>
            <a:pPr algn="l">
              <a:lnSpc>
                <a:spcPct val="92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presentación</a:t>
            </a:r>
          </a:p>
        </p:txBody>
      </p:sp>
      <p:sp>
        <p:nvSpPr>
          <p:cNvPr id="3" name="Subtítulo (editable)"/>
          <p:cNvSpPr txBox="1"/>
          <p:nvPr/>
        </p:nvSpPr>
        <p:spPr>
          <a:xfrm>
            <a:off x="502920" y="406908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A2D35"/>
                </a:solidFill>
                <a:latin typeface="Inter"/>
              </a:rPr>
              <a:t>Cliente o tema · Fecha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502920" y="141732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2A2D35"/>
                </a:solidFill>
                <a:latin typeface="Geist Mono"/>
              </a:rPr>
              <a:t>01 · SECCIÓN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502920" y="1783080"/>
            <a:ext cx="8046720" cy="13258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Título de la sección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502920" y="3703320"/>
            <a:ext cx="8046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A2D35"/>
                </a:solidFill>
                <a:latin typeface="Inter"/>
              </a:rPr>
              <a:t>Una idea por diapositiva. Escribe aquí el texto de apoyo en una o dos líneas.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ítulo (editable)"/>
          <p:cNvSpPr txBox="1"/>
          <p:nvPr/>
        </p:nvSpPr>
        <p:spPr>
          <a:xfrm>
            <a:off x="1143000" y="1874519"/>
            <a:ext cx="99060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Una frase grande</a:t>
            </a:r>
          </a:p>
          <a:p>
            <a:pPr algn="ctr">
              <a:lnSpc>
                <a:spcPct val="95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que se recuerde.</a:t>
            </a:r>
          </a:p>
        </p:txBody>
      </p:sp>
      <p:sp>
        <p:nvSpPr>
          <p:cNvPr id="3" name="Texto (editable)"/>
          <p:cNvSpPr txBox="1"/>
          <p:nvPr/>
        </p:nvSpPr>
        <p:spPr>
          <a:xfrm>
            <a:off x="1143000" y="3977639"/>
            <a:ext cx="990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4A4D55"/>
                </a:solidFill>
                <a:latin typeface="Inter"/>
              </a:rPr>
              <a:t>Dato o explicación corta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2A2D35"/>
                </a:solidFill>
                <a:latin typeface="Geist Mono"/>
              </a:rPr>
              <a:t>DATO CLAVE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502920" y="18288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+38% en ventas</a:t>
            </a:r>
          </a:p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en seis semanas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502920" y="3520440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A4D55"/>
                </a:solidFill>
                <a:latin typeface="Inter"/>
              </a:rPr>
              <a:t>Explica de dónde sale el número y qué significa para el cliente.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4A4D55"/>
                </a:solidFill>
                <a:latin typeface="Inter"/>
              </a:rPr>
              <a:t>Máximo tres líneas.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1143000" y="1417320"/>
            <a:ext cx="990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120">
                <a:solidFill>
                  <a:srgbClr val="2A2D35"/>
                </a:solidFill>
                <a:latin typeface="Geist Mono"/>
              </a:rPr>
              <a:t>01 · SECCIÓN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1143000" y="1783080"/>
            <a:ext cx="9906000" cy="13258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Título de la sección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1143000" y="3703320"/>
            <a:ext cx="9906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2A2D35"/>
                </a:solidFill>
                <a:latin typeface="Inter"/>
              </a:rPr>
              <a:t>Una idea por diapositiva. Escribe aquí el texto de apoyo en una o dos líneas.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ítulo (editable)"/>
          <p:cNvSpPr txBox="1"/>
          <p:nvPr/>
        </p:nvSpPr>
        <p:spPr>
          <a:xfrm>
            <a:off x="502920" y="1874519"/>
            <a:ext cx="877824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Una frase grande</a:t>
            </a:r>
          </a:p>
          <a:p>
            <a:pPr algn="l">
              <a:lnSpc>
                <a:spcPct val="95000"/>
              </a:lnSpc>
            </a:pPr>
            <a:r>
              <a:rPr sz="5400" b="1" spc="-150">
                <a:solidFill>
                  <a:srgbClr val="2A2D35"/>
                </a:solidFill>
                <a:latin typeface="Geist"/>
              </a:rPr>
              <a:t>que se recuerde.</a:t>
            </a:r>
          </a:p>
        </p:txBody>
      </p:sp>
      <p:sp>
        <p:nvSpPr>
          <p:cNvPr id="3" name="Texto (editable)"/>
          <p:cNvSpPr txBox="1"/>
          <p:nvPr/>
        </p:nvSpPr>
        <p:spPr>
          <a:xfrm>
            <a:off x="502920" y="3977639"/>
            <a:ext cx="8778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4A4D55"/>
                </a:solidFill>
                <a:latin typeface="Inter"/>
              </a:rPr>
              <a:t>Dato o explicación corta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2A2D35"/>
                </a:solidFill>
                <a:latin typeface="Geist Mono"/>
              </a:rPr>
              <a:t>DATO CLAVE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502920" y="18288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+38% en ventas</a:t>
            </a:r>
          </a:p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2A2D35"/>
                </a:solidFill>
                <a:latin typeface="Geist"/>
              </a:rPr>
              <a:t>en seis semanas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502920" y="3520440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A4D55"/>
                </a:solidFill>
                <a:latin typeface="Inter"/>
              </a:rPr>
              <a:t>Explica de dónde sale el número y qué significa para el cliente.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4A4D55"/>
                </a:solidFill>
                <a:latin typeface="Inter"/>
              </a:rPr>
              <a:t>Máximo tres líneas.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502920" y="141732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F5C400"/>
                </a:solidFill>
                <a:latin typeface="Geist Mono"/>
              </a:rPr>
              <a:t>01 · SECCIÓN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502920" y="1783080"/>
            <a:ext cx="8046720" cy="13258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FFFFFF"/>
                </a:solidFill>
                <a:latin typeface="Geist"/>
              </a:rPr>
              <a:t>Título de la sección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502920" y="3703320"/>
            <a:ext cx="8046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Una idea por diapositiva. Escribe aquí el texto de apoyo en una o dos líneas.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ítulo (editable)"/>
          <p:cNvSpPr txBox="1"/>
          <p:nvPr/>
        </p:nvSpPr>
        <p:spPr>
          <a:xfrm>
            <a:off x="1143000" y="1874519"/>
            <a:ext cx="990600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5400" b="1" spc="-150">
                <a:solidFill>
                  <a:srgbClr val="FFFFFF"/>
                </a:solidFill>
                <a:latin typeface="Geist"/>
              </a:rPr>
              <a:t>Una frase grande</a:t>
            </a:r>
          </a:p>
          <a:p>
            <a:pPr algn="ctr">
              <a:lnSpc>
                <a:spcPct val="95000"/>
              </a:lnSpc>
            </a:pPr>
            <a:r>
              <a:rPr sz="5400" b="1" spc="-150">
                <a:solidFill>
                  <a:srgbClr val="FFFFFF"/>
                </a:solidFill>
                <a:latin typeface="Geist"/>
              </a:rPr>
              <a:t>que se recuerde.</a:t>
            </a:r>
          </a:p>
        </p:txBody>
      </p:sp>
      <p:sp>
        <p:nvSpPr>
          <p:cNvPr id="3" name="Texto (editable)"/>
          <p:cNvSpPr txBox="1"/>
          <p:nvPr/>
        </p:nvSpPr>
        <p:spPr>
          <a:xfrm>
            <a:off x="1143000" y="3977639"/>
            <a:ext cx="990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9C8C4"/>
                </a:solidFill>
                <a:latin typeface="Inter"/>
              </a:rPr>
              <a:t>Dato o explicación corta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Etiqueta (editable)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F5C400"/>
                </a:solidFill>
                <a:latin typeface="Geist Mono"/>
              </a:rPr>
              <a:t>DATO CLAVE</a:t>
            </a:r>
          </a:p>
        </p:txBody>
      </p:sp>
      <p:sp>
        <p:nvSpPr>
          <p:cNvPr id="3" name="Título (editable)"/>
          <p:cNvSpPr txBox="1"/>
          <p:nvPr/>
        </p:nvSpPr>
        <p:spPr>
          <a:xfrm>
            <a:off x="502920" y="18288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FFFFFF"/>
                </a:solidFill>
                <a:latin typeface="Geist"/>
              </a:rPr>
              <a:t>+38% en ventas</a:t>
            </a:r>
          </a:p>
          <a:p>
            <a:pPr algn="l">
              <a:lnSpc>
                <a:spcPct val="95000"/>
              </a:lnSpc>
            </a:pPr>
            <a:r>
              <a:rPr sz="4400" b="1" spc="-120">
                <a:solidFill>
                  <a:srgbClr val="FFFFFF"/>
                </a:solidFill>
                <a:latin typeface="Geist"/>
              </a:rPr>
              <a:t>en seis semanas</a:t>
            </a:r>
          </a:p>
        </p:txBody>
      </p:sp>
      <p:sp>
        <p:nvSpPr>
          <p:cNvPr id="4" name="Texto (editable)"/>
          <p:cNvSpPr txBox="1"/>
          <p:nvPr/>
        </p:nvSpPr>
        <p:spPr>
          <a:xfrm>
            <a:off x="502920" y="3520440"/>
            <a:ext cx="5394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9C8C4"/>
                </a:solidFill>
                <a:latin typeface="Inter"/>
              </a:rPr>
              <a:t>Explica de dónde sale el número y qué significa para el cliente.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C9C8C4"/>
                </a:solidFill>
                <a:latin typeface="Inter"/>
              </a:rPr>
              <a:t>Máximo tres líneas.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Majú · Presentación Completa</dc:title>
  <dc:subject/>
  <dc:creator>Majú Agencia S.A.S.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
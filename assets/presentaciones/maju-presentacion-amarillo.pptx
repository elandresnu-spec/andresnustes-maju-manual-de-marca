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2148840"/>
            <a:ext cx="603504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Título de la</a:t>
            </a:r>
          </a:p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presentación</a:t>
            </a:r>
          </a:p>
        </p:txBody>
      </p:sp>
      <p:sp>
        <p:nvSpPr>
          <p:cNvPr id="3" name="Subtítulo (editable)"/>
          <p:cNvSpPr txBox="1"/>
          <p:nvPr/>
        </p:nvSpPr>
        <p:spPr>
          <a:xfrm>
            <a:off x="502920" y="406908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A2D35"/>
                </a:solidFill>
                <a:latin typeface="Inter"/>
              </a:rPr>
              <a:t>Cliente o tema · Fecha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1732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783080"/>
            <a:ext cx="804672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703320"/>
            <a:ext cx="8046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A2D35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1143000" y="1874519"/>
            <a:ext cx="9906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Una frase grande</a:t>
            </a:r>
          </a:p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1143000" y="3977639"/>
            <a:ext cx="990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4A4D55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Majú · Presentación Amarillo</dc:title>
  <dc:subject/>
  <dc:creator>Majú Agencia S.A.S.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